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</p:sldIdLst>
  <p:notesMasterIdLst>
    <p:notesMasterId r:id="rId1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image" Target="../media/image-1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image" Target="../media/image-1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image" Target="../media/image-1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1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960120"/>
            <a:ext cx="2971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68512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13648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VISUAL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CATALOG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823960" y="3685032"/>
            <a:ext cx="1920240" cy="384048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23960" y="3813048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STORYBOOK RENDER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12648" y="10789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デジタル庁デザインシステム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HTML版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完全ビジュアル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カタログ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12648" y="3401568"/>
            <a:ext cx="6629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各Storybookストーリーをデスクトップとモバイルで実レンダリングして収録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" y="5340096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D4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 components  |  129 stories  |  132 slides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58247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固定仕様版  |  2026-09-27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READING THE CATALOG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実装をそのまま確認する資料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520440" cy="33832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112264"/>
            <a:ext cx="438912" cy="438912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5856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実レンダリング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401568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Storybookの各ストーリーを、HTML・CSS・JavaScriptが実行されるiframeからキャプチャしています。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520440" cy="33832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2112264"/>
            <a:ext cx="438912" cy="438912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25856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26864" y="28346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2つの表示幅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3401568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デスクトップは1440px、モバイルは390px。メディアクエリによる見た目の差を同じスライドで確認できます。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84464" y="1828800"/>
            <a:ext cx="3520440" cy="33832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0496" y="2112264"/>
            <a:ext cx="438912" cy="438912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225856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40496" y="28346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静的な参照資料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0496" y="3401568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PowerPoint内では操作できません。ホバー、フォーカス、キーボード操作、アニメーションはStorybookで確認します。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132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INVENTORY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Storybookストーリー一覧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129件のストーリーを実表示。スライド番号は目次を除くため、資料内の番号で確認します。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アコーディオン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3044952" y="175564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02920" y="206654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引用ブロック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3044952" y="206654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stories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パンくずナビゲーション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3044952" y="237744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stories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3044952" y="268833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stories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日付ピッカー/カレンダー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3044952" y="2999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3044952" y="331012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stories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02920" y="362102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カルーセル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3044952" y="362102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stories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044952" y="393192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stories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502920" y="424281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チップラベル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3044952" y="42428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502920" y="4553712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日付ピッカー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3044952" y="455371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stories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502920" y="486460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説明リスト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3044952" y="486460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02920" y="517550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ディスクロージャー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3044952" y="517550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02920" y="548640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ディバイダー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3044952" y="548640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502920" y="579729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ドロワー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044952" y="579729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4343400" y="175564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緊急時バナー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6885432" y="175564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4343400" y="206654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ファイルアップロード／ドロップエリア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6885432" y="206654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4343400" y="237744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フォームコントロールラベル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6885432" y="237744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343400" y="268833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ハンバーガーメニューボタン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6885432" y="268833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stories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4343400" y="2999232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6885432" y="2999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343400" y="331012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水平メニュー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6885432" y="331012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4343400" y="362102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6885432" y="362102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343400" y="393192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インプットテキスト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6885432" y="393192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stories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4343400" y="424281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ランゲージセレクター</a:t>
            </a:r>
            <a:endParaRPr lang="en-US" sz="870" dirty="0"/>
          </a:p>
        </p:txBody>
      </p:sp>
      <p:sp>
        <p:nvSpPr>
          <p:cNvPr id="50" name="Text 48"/>
          <p:cNvSpPr/>
          <p:nvPr/>
        </p:nvSpPr>
        <p:spPr>
          <a:xfrm>
            <a:off x="6885432" y="42428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4343400" y="4553712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6885432" y="455371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4343400" y="486460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箇条書きリスト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6885432" y="486460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4343400" y="517550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メニューリストボックス</a:t>
            </a:r>
            <a:endParaRPr lang="en-US" sz="870" dirty="0"/>
          </a:p>
        </p:txBody>
      </p:sp>
      <p:sp>
        <p:nvSpPr>
          <p:cNvPr id="56" name="Text 54"/>
          <p:cNvSpPr/>
          <p:nvPr/>
        </p:nvSpPr>
        <p:spPr>
          <a:xfrm>
            <a:off x="6885432" y="517550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stories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343400" y="548640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メニューリスト</a:t>
            </a:r>
            <a:endParaRPr lang="en-US" sz="870" dirty="0"/>
          </a:p>
        </p:txBody>
      </p:sp>
      <p:sp>
        <p:nvSpPr>
          <p:cNvPr id="58" name="Text 56"/>
          <p:cNvSpPr/>
          <p:nvPr/>
        </p:nvSpPr>
        <p:spPr>
          <a:xfrm>
            <a:off x="6885432" y="548640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343400" y="579729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モーダルダイアログ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6885432" y="579729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stories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8183880" y="175564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ノティフィケーションバナー</a:t>
            </a:r>
            <a:endParaRPr lang="en-US" sz="870" dirty="0"/>
          </a:p>
        </p:txBody>
      </p:sp>
      <p:sp>
        <p:nvSpPr>
          <p:cNvPr id="62" name="Text 60"/>
          <p:cNvSpPr/>
          <p:nvPr/>
        </p:nvSpPr>
        <p:spPr>
          <a:xfrm>
            <a:off x="10725912" y="175564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stories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8183880" y="206654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ページナビゲーション</a:t>
            </a:r>
            <a:endParaRPr lang="en-US" sz="870" dirty="0"/>
          </a:p>
        </p:txBody>
      </p:sp>
      <p:sp>
        <p:nvSpPr>
          <p:cNvPr id="64" name="Text 62"/>
          <p:cNvSpPr/>
          <p:nvPr/>
        </p:nvSpPr>
        <p:spPr>
          <a:xfrm>
            <a:off x="10725912" y="206654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stories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8183880" y="237744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</a:t>
            </a:r>
            <a:endParaRPr lang="en-US" sz="870" dirty="0"/>
          </a:p>
        </p:txBody>
      </p:sp>
      <p:sp>
        <p:nvSpPr>
          <p:cNvPr id="66" name="Text 64"/>
          <p:cNvSpPr/>
          <p:nvPr/>
        </p:nvSpPr>
        <p:spPr>
          <a:xfrm>
            <a:off x="10725912" y="237744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stories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8183880" y="268833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ラジオボタン</a:t>
            </a:r>
            <a:endParaRPr lang="en-US" sz="870" dirty="0"/>
          </a:p>
        </p:txBody>
      </p:sp>
      <p:sp>
        <p:nvSpPr>
          <p:cNvPr id="68" name="Text 66"/>
          <p:cNvSpPr/>
          <p:nvPr/>
        </p:nvSpPr>
        <p:spPr>
          <a:xfrm>
            <a:off x="10725912" y="268833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stories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8183880" y="2999232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リソースリスト</a:t>
            </a:r>
            <a:endParaRPr lang="en-US" sz="870" dirty="0"/>
          </a:p>
        </p:txBody>
      </p:sp>
      <p:sp>
        <p:nvSpPr>
          <p:cNvPr id="70" name="Text 68"/>
          <p:cNvSpPr/>
          <p:nvPr/>
        </p:nvSpPr>
        <p:spPr>
          <a:xfrm>
            <a:off x="10725912" y="2999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stories</a:t>
            </a:r>
            <a:endParaRPr lang="en-US" sz="740" dirty="0"/>
          </a:p>
        </p:txBody>
      </p:sp>
      <p:sp>
        <p:nvSpPr>
          <p:cNvPr id="71" name="Text 69"/>
          <p:cNvSpPr/>
          <p:nvPr/>
        </p:nvSpPr>
        <p:spPr>
          <a:xfrm>
            <a:off x="8183880" y="331012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検索ボックス</a:t>
            </a:r>
            <a:endParaRPr lang="en-US" sz="870" dirty="0"/>
          </a:p>
        </p:txBody>
      </p:sp>
      <p:sp>
        <p:nvSpPr>
          <p:cNvPr id="72" name="Text 70"/>
          <p:cNvSpPr/>
          <p:nvPr/>
        </p:nvSpPr>
        <p:spPr>
          <a:xfrm>
            <a:off x="10725912" y="331012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8183880" y="362102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セレクトボックス</a:t>
            </a:r>
            <a:endParaRPr lang="en-US" sz="870" dirty="0"/>
          </a:p>
        </p:txBody>
      </p:sp>
      <p:sp>
        <p:nvSpPr>
          <p:cNvPr id="74" name="Text 72"/>
          <p:cNvSpPr/>
          <p:nvPr/>
        </p:nvSpPr>
        <p:spPr>
          <a:xfrm>
            <a:off x="10725912" y="362102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8183880" y="393192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ステップナビゲーション</a:t>
            </a:r>
            <a:endParaRPr lang="en-US" sz="870" dirty="0"/>
          </a:p>
        </p:txBody>
      </p:sp>
      <p:sp>
        <p:nvSpPr>
          <p:cNvPr id="76" name="Text 74"/>
          <p:cNvSpPr/>
          <p:nvPr/>
        </p:nvSpPr>
        <p:spPr>
          <a:xfrm>
            <a:off x="10725912" y="393192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8183880" y="424281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スイッチ</a:t>
            </a:r>
            <a:endParaRPr lang="en-US" sz="870" dirty="0"/>
          </a:p>
        </p:txBody>
      </p:sp>
      <p:sp>
        <p:nvSpPr>
          <p:cNvPr id="78" name="Text 76"/>
          <p:cNvSpPr/>
          <p:nvPr/>
        </p:nvSpPr>
        <p:spPr>
          <a:xfrm>
            <a:off x="10725912" y="42428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stories</a:t>
            </a:r>
            <a:endParaRPr lang="en-US" sz="740" dirty="0"/>
          </a:p>
        </p:txBody>
      </p:sp>
      <p:sp>
        <p:nvSpPr>
          <p:cNvPr id="79" name="Text 77"/>
          <p:cNvSpPr/>
          <p:nvPr/>
        </p:nvSpPr>
        <p:spPr>
          <a:xfrm>
            <a:off x="8183880" y="4553712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タブ</a:t>
            </a:r>
            <a:endParaRPr lang="en-US" sz="870" dirty="0"/>
          </a:p>
        </p:txBody>
      </p:sp>
      <p:sp>
        <p:nvSpPr>
          <p:cNvPr id="80" name="Text 78"/>
          <p:cNvSpPr/>
          <p:nvPr/>
        </p:nvSpPr>
        <p:spPr>
          <a:xfrm>
            <a:off x="10725912" y="455371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stories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8183880" y="4864608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870" dirty="0"/>
          </a:p>
        </p:txBody>
      </p:sp>
      <p:sp>
        <p:nvSpPr>
          <p:cNvPr id="82" name="Text 80"/>
          <p:cNvSpPr/>
          <p:nvPr/>
        </p:nvSpPr>
        <p:spPr>
          <a:xfrm>
            <a:off x="10725912" y="486460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 stories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8183880" y="5175504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テキストエリア</a:t>
            </a:r>
            <a:endParaRPr lang="en-US" sz="870" dirty="0"/>
          </a:p>
        </p:txBody>
      </p:sp>
      <p:sp>
        <p:nvSpPr>
          <p:cNvPr id="84" name="Text 82"/>
          <p:cNvSpPr/>
          <p:nvPr/>
        </p:nvSpPr>
        <p:spPr>
          <a:xfrm>
            <a:off x="10725912" y="517550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stories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8183880" y="5486400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870" dirty="0"/>
          </a:p>
        </p:txBody>
      </p:sp>
      <p:sp>
        <p:nvSpPr>
          <p:cNvPr id="86" name="Text 84"/>
          <p:cNvSpPr/>
          <p:nvPr/>
        </p:nvSpPr>
        <p:spPr>
          <a:xfrm>
            <a:off x="10725912" y="548640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8183880" y="5797296"/>
            <a:ext cx="2395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ユーティリティーリンク</a:t>
            </a:r>
            <a:endParaRPr lang="en-US" sz="870" dirty="0"/>
          </a:p>
        </p:txBody>
      </p:sp>
      <p:sp>
        <p:nvSpPr>
          <p:cNvPr id="88" name="Text 86"/>
          <p:cNvSpPr/>
          <p:nvPr/>
        </p:nvSpPr>
        <p:spPr>
          <a:xfrm>
            <a:off x="10725912" y="579729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stories</a:t>
            </a:r>
            <a:endParaRPr lang="en-US" sz="740" dirty="0"/>
          </a:p>
        </p:txBody>
      </p:sp>
      <p:sp>
        <p:nvSpPr>
          <p:cNvPr id="89" name="Shape 87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132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アコーディオン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src/components/accordion/accordion.stories.ts  |  id: components-アコーディオン--playground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アコーディオン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アコーディオン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132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アコーディオン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Stacked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src/components/accordion/accordion.stories.ts  |  id: components-アコーディオン--stacked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アコーディオン Stacke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アコーディオン Stacke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132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引用ブロック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Multiple Paragraphs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src/components/blockquote/blockquote.stories.ts  |  id: components-引用ブロック--multiple-paragraphs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引用ブロック Multiple Paragraph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引用ブロック Multiple Paragraph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132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引用ブロック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src/components/blockquote/blockquote.stories.ts  |  id: components-引用ブロック--playground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引用ブロック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引用ブロック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132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引用ブロック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List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src/components/blockquote/blockquote.stories.ts  |  id: components-引用ブロック--with-list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引用ブロック With List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引用ブロック With List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132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パンくずナビゲーション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src/components/breadcrumb/breadcrumb.stories.ts  |  id: components-パンくずナビゲーション--plain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パンくずナビゲーション Plai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パンくずナビゲーション Plai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132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パンくずナビゲーション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Home Icon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src/components/breadcrumb/breadcrumb.stories.ts  |  id: components-パンくずナビゲーション--with-home-icon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パンくずナビゲーション With Home Ico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パンくずナビゲーション With Home Ico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132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パンくずナビゲーション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Visible Label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src/components/breadcrumb/breadcrumb.stories.ts  |  id: components-パンくずナビゲーション--with-visible-label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パンくずナビゲーション With Visible Labe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パンくずナビゲーション With Visible Labe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132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 Buttons Using Button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src/components/button/button.stories.ts  |  id: components-ボタン--all-buttons-using-button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ボタン All Buttons Using Butto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ボタン All Buttons Using Butto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132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 Buttons Using Link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src/components/button/button.stories.ts  |  id: components-ボタン--all-buttons-using-link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ボタン All Buttons Using Link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ボタン All Buttons Using Link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132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src/components/button/button.stories.ts  |  id: components-ボタン--playground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ボタン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ボタン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132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日付ピッカー/カレンダー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src/components/calendar/calendar.stories.ts  |  id: components-日付ピッカー-カレンダー--playground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日付ピッカー/カレンダー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日付ピッカー/カレンダー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132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Example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src/components/card/card.stories.ts  |  id: components-カード--example-1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ード Example 1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ード Example 1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 / 132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Example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src/components/card/card.stories.ts  |  id: components-カード--example-2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ード Example 2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ード Example 2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132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Example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src/components/card/card.stories.ts  |  id: components-カード--example-3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ード Example 3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ード Example 3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 / 132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Example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src/components/card/card.stories.ts  |  id: components-カード--example-4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ード Example 4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ード Example 4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132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Example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src/components/card/card.stories.ts  |  id: components-カード--example-5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ード Example 5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ード Example 5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 / 132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Example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src/components/card/card.stories.ts  |  id: components-カード--example-6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ード Example 6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ード Example 6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 / 132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カルーセル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Container (Multi Slides)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src/components/carousel/carousel.stories.ts  |  id: components-カルーセル--container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ルーセル Container (Multi Slides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ルーセル Container (Multi Slides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 / 132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カルーセル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Container (Multi Slides without Links)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src/components/carousel/carousel.stories.ts  |  id: components-カルーセル--container-without-link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ルーセル Container (Multi Slides without Links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ルーセル Container (Multi Slides without Links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 / 132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カルーセル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Visual (Multi Slides without Link)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src/components/carousel/carousel.stories.ts  |  id: components-カルーセル--key-visual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ルーセル Key Visual (Multi Slides without Link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ルーセル Key Visual (Multi Slides without Link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 / 132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カルーセル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Visual (Single Slide without Link)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src/components/carousel/carousel.stories.ts  |  id: components-カルーセル--key-visual-without-link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カルーセル Key Visual (Single Slide without Link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カルーセル Key Visual (Single Slide without Link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 / 132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 Checkboxes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src/components/checkbox/checkbox.stories.ts  |  id: components-チェックボックス--all-checkboxes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ェックボックス All Checkboxe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ェックボックス All Checkboxe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 / 132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src/components/checkbox/checkbox.stories.ts  |  id: components-チェックボックス--errored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ェックボックス Errore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ェックボックス Errore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 / 132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Indeterminate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src/components/checkbox/checkbox.stories.ts  |  id: components-チェックボックス--indeterminate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ェックボックス Indeterminat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ェックボックス Indeterminat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 / 132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src/components/checkbox/checkbox.stories.ts  |  id: components-チェックボックス--playground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ェックボックス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ェックボックス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 / 132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Stacked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src/components/checkbox/checkbox.stories.ts  |  id: components-チェックボックス--stacked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ェックボックス Stacke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ェックボックス Stacke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 / 132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Standalone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src/components/checkbox/checkbox.stories.ts  |  id: components-チェックボックス--standalone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ェックボックス Standalon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ェックボックス Standalon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 / 132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チップラベル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 Chip Labels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src/components/chip-label/chip-label.stories.ts  |  id: components-チップラベル--all-chip-labels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ップラベル All Chip Label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ップラベル All Chip Label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 / 132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チップラベル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src/components/chip-label/chip-label.stories.ts  |  id: components-チップラベル--playground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チップラベル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チップラベル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 / 132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日付ピッカー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(Consolidated)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src/components/date-picker/date-picker.stories.ts  |  id: components-日付ピッカー--playground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日付ピッカー Playground (Consolidated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日付ピッカー Playground (Consolidated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 / 132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日付ピッカー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(Separated)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src/components/date-picker/date-picker.stories.ts  |  id: components-日付ピッカー--playground-separated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日付ピッカー Playground (Separated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日付ピッカー Playground (Separated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 / 132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日付ピッカー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Readonly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src/components/date-picker/date-picker.stories.ts  |  id: components-日付ピッカー--readonly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日付ピッカー Readonly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日付ピッカー Readonly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 / 132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日付ピッカー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Form Control Label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src/components/date-picker/date-picker.stories.ts  |  id: components-日付ピッカー--with-form-control-label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日付ピッカー With Form Control Labe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日付ピッカー With Form Control Labe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37 / 132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src/components/description-list/description-list.stories.ts  |  id: components-説明リスト--playground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説明リスト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説明リスト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 / 132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ディスクロージャー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src/components/disclosure/disclosure.stories.ts  |  id: components-ディスクロージャー--playground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ディスクロージャー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ディスクロージャー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 / 132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ディバイダー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 Dividers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src/components/divider/divider.stories.ts  |  id: components-ディバイダー--all-dividers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ディバイダー All Divider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ディバイダー All Divider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 / 132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ディバイダー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src/components/divider/divider.stories.ts  |  id: components-ディバイダー--playground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ディバイダー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ディバイダー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41 / 132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ドロワー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src/components/drawer/drawer.stories.ts  |  id: components-ドロワー--playground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ドロワー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ドロワー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 / 132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緊急時バナー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src/components/emergency-banner/emergency-banner.stories.ts  |  id: components-緊急時バナー--playground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緊急時バナー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緊急時バナー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43 / 132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ファイルアップロード／ドロップエリア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src/components/file-upload/file-upload.stories.ts  |  id: components-ファイルアップロード／ドロップエリア--playground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ファイルアップロード／ドロップエリア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ファイルアップロード／ドロップエリア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44 / 132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ファイルアップロード／ドロップエリア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Existing Files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src/components/file-upload/file-upload.stories.ts  |  id: components-ファイルアップロード／ドロップエリア--with-existing-files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ファイルアップロード／ドロップエリア With Existing File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ファイルアップロード／ドロップエリア With Existing File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 / 132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フォームコントロールラベル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Multiple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src/components/form-control-label/form-control-label.stories.ts  |  id: components-フォームコントロールラベル--multiple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フォームコントロールラベル Multipl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フォームコントロールラベル Multipl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46 / 132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フォームコントロールラベル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Single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src/components/form-control-label/form-control-label.stories.ts  |  id: components-フォームコントロールラベル--single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フォームコントロールラベル Singl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フォームコントロールラベル Singl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47 / 132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ハンバーガーメニューボタン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And Mobile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src/components/hamburger-menu-button/hamburger-menu-button.stories.ts  |  id: components-ハンバーガーメニューボタン--desktop-and-mobile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ハンバーガーメニューボタン Desktop And Mobil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ハンバーガーメニューボタン Desktop And Mobil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48 / 132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ハンバーガーメニューボタン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Conditional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src/components/hamburger-menu-button/hamburger-menu-button.stories.ts  |  id: components-ハンバーガーメニューボタン--mobile-conditional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ハンバーガーメニューボタン Mobile Conditiona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ハンバーガーメニューボタン Mobile Conditiona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49 / 132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ハンバーガーメニューボタン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Conditional (En)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src/components/hamburger-menu-button/hamburger-menu-button.stories.ts  |  id: components-ハンバーガーメニューボタン--mobile-conditional-en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ハンバーガーメニューボタン Mobile Conditional (En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ハンバーガーメニューボタン Mobile Conditional (En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 / 132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src/components/heading/heading.stories.ts  |  id: components-見出し--playground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見出し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見出し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 / 132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水平メニュー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src/components/horizontal-menu/horizontal-menu.stories.ts  |  id: components-水平メニュー--playground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水平メニュー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水平メニュー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 / 132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src/components/image/image.stories.ts  |  id: components-画像--playground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画像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画像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53 / 132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Picture Element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src/components/image/image.stories.ts  |  id: components-画像--with-picture-element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画像 With Picture Element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画像 With Picture Element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54 / 132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インプットテキスト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src/components/input-text/input-text.stories.ts  |  id: components-インプットテキスト--playground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インプットテキスト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インプットテキスト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55 / 132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インプットテキスト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Readonly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src/components/input-text/input-text.stories.ts  |  id: components-インプットテキスト--readonly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インプットテキスト Readonly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インプットテキスト Readonly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56 / 132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インプットテキスト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Form Control Label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src/components/input-text/input-text.stories.ts  |  id: components-インプットテキスト--with-form-control-label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インプットテキスト With Form Control Labe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インプットテキスト With Form Control Labe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 / 132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ランゲージセレクター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src/components/language-selector/language-selector.stories.ts  |  id: components-ランゲージセレクター--playground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ランゲージセレクター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ランゲージセレクター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58 / 132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src/components/link/link.stories.ts  |  id: components-リンク--playground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リンク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リンク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59 / 132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箇条書きリスト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 Lists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src/components/list/list.stories.ts  |  id: components-箇条書きリスト--all-lists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箇条書きリスト All List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箇条書きリスト All List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 / 132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メニューリストボックス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src/components/menu-list-box/menu-list-box.stories.ts  |  id: components-メニューリストボックス--playground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メニューリストボックス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メニューリストボックス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61 / 132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メニューリスト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Has Children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src/components/menu-list/menu-list.stories.ts  |  id: components-メニューリスト--has-children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メニューリスト Has Childre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メニューリスト Has Childre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62 / 132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メニューリスト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src/components/menu-list/menu-list.stories.ts  |  id: components-メニューリスト--playground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メニューリスト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メニューリスト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63 / 132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モーダルダイアログ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Fixed Width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src/components/modal-dialog/modal-dialog.stories.ts  |  id: components-モーダルダイアログ--fixed-width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モーダルダイアログ Fixed Width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モーダルダイアログ Fixed Width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64 / 132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モーダルダイアログ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Inner Scroll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src/components/modal-dialog/modal-dialog.stories.ts  |  id: components-モーダルダイアログ--inner-scroll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モーダルダイアログ Inner Scrol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モーダルダイアログ Inner Scrol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65 / 132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モーダルダイアログ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Inner Scroll With Fixed Actions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src/components/modal-dialog/modal-dialog.stories.ts  |  id: components-モーダルダイアログ--inner-scroll-with-fixed-actions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モーダルダイアログ Inner Scroll With Fixed Action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モーダルダイアログ Inner Scroll With Fixed Action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66 / 132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モーダルダイアログ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Inner Scroll With Fixed Both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src/components/modal-dialog/modal-dialog.stories.ts  |  id: components-モーダルダイアログ--inner-scroll-with-fixed-both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モーダルダイアログ Inner Scroll With Fixed Both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モーダルダイアログ Inner Scroll With Fixed Both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67 / 132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モーダルダイアログ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Inner Scroll With Fixed Header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src/components/modal-dialog/modal-dialog.stories.ts  |  id: components-モーダルダイアログ--inner-scroll-with-fixed-header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モーダルダイアログ Inner Scroll With Fixed Header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モーダルダイアログ Inner Scroll With Fixed Header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68 / 132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モーダルダイアログ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src/components/modal-dialog/modal-dialog.stories.ts  |  id: components-モーダルダイアログ--playground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モーダルダイアログ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モーダルダイアログ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69 / 132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ノティフィケーションバナー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src/components/notification-banner/notification-banner.stories.ts  |  id: components-ノティフィケーションバナー--error-story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ノティフィケーションバナー Error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ノティフィケーションバナー Error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70 / 132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ノティフィケーションバナー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Info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src/components/notification-banner/notification-banner.stories.ts  |  id: components-ノティフィケーションバナー--info-1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ノティフィケーションバナー Info 1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ノティフィケーションバナー Info 1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71 / 132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ノティフィケーションバナー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Info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src/components/notification-banner/notification-banner.stories.ts  |  id: components-ノティフィケーションバナー--info-2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ノティフィケーションバナー Info 2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ノティフィケーションバナー Info 2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72 / 132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ノティフィケーションバナー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Compact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src/components/notification-banner/notification-banner.stories.ts  |  id: components-ノティフィケーションバナー--mobile-compact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ノティフィケーションバナー Mobile Compact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ノティフィケーションバナー Mobile Compact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73 / 132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ノティフィケーションバナー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Success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src/components/notification-banner/notification-banner.stories.ts  |  id: components-ノティフィケーションバナー--success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ノティフィケーションバナー Succes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ノティフィケーションバナー Succes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74 / 132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ノティフィケーションバナー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src/components/notification-banner/notification-banner.stories.ts  |  id: components-ノティフィケーションバナー--warning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ノティフィケーションバナー Warning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ノティフィケーションバナー Warning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75 / 132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ページナビゲーション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Arrow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src/components/page-navigation/page-navigation.stories.ts  |  id: components-ページナビゲーション--arrow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ページナビゲーション Arrow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ページナビゲーション Arrow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76 / 132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ページナビゲーション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Outlined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src/components/page-navigation/page-navigation.stories.ts  |  id: components-ページナビゲーション--outlined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ページナビゲーション Outline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ページナビゲーション Outline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77 / 132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ページナビゲーション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src/components/page-navigation/page-navigation.stories.ts  |  id: components-ページナビゲーション--text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ページナビゲーション Text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ページナビゲーション Text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78 / 132</a:t>
            </a:r>
            <a:endParaRPr lang="en-US" sz="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Interactive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src/components/progress-indicator/progress-indicator.stories.ts  |  id: components-プログレスインジケーター--interactive-demo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プログレスインジケーター Interactive Demo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プログレスインジケーター Interactive Demo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79 / 132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Linear (Fill)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src/components/progress-indicator/progress-indicator.stories.ts  |  id: components-プログレスインジケーター--linear-fill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プログレスインジケーター Linear (Fill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プログレスインジケーター Linear (Fill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80 / 132</a:t>
            </a:r>
            <a:endParaRPr lang="en-US" sz="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Linear (Loop)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src/components/progress-indicator/progress-indicator.stories.ts  |  id: components-プログレスインジケーター--linear-loop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プログレスインジケーター Linear (Loop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プログレスインジケーター Linear (Loop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81 / 132</a:t>
            </a:r>
            <a:endParaRPr lang="en-US" sz="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Spinner (Fill)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src/components/progress-indicator/progress-indicator.stories.ts  |  id: components-プログレスインジケーター--spinner-fill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プログレスインジケーター Spinner (Fill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プログレスインジケーター Spinner (Fill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82 / 132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Spinner (Loop)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src/components/progress-indicator/progress-indicator.stories.ts  |  id: components-プログレスインジケーター--spinner-loop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プログレスインジケーター Spinner (Loop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プログレスインジケーター Spinner (Loop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83 / 132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src/components/progress-indicator/progress-indicator.stories.ts  |  id: components-プログレスインジケーター--static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プログレスインジケーター Static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プログレスインジケーター Static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84 / 132</a:t>
            </a:r>
            <a:endParaRPr lang="en-US" sz="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ラジオボタン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 Radios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src/components/radio/radio.stories.ts  |  id: components-ラジオボタン--all-radios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ラジオボタン All Radio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ラジオボタン All Radio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85 / 132</a:t>
            </a:r>
            <a:endParaRPr lang="en-US" sz="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ラジオボタン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src/components/radio/radio.stories.ts  |  id: components-ラジオボタン--errored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ラジオボタン Errore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ラジオボタン Errore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86 / 132</a:t>
            </a:r>
            <a:endParaRPr lang="en-US" sz="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ラジオボタン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src/components/radio/radio.stories.ts  |  id: components-ラジオボタン--playground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ラジオボタン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ラジオボタン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87 / 132</a:t>
            </a:r>
            <a:endParaRPr lang="en-US" sz="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ラジオボタン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Stacked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src/components/radio/radio.stories.ts  |  id: components-ラジオボタン--stacked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ラジオボタン Stacke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ラジオボタン Stacke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88 / 132</a:t>
            </a:r>
            <a:endParaRPr lang="en-US" sz="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ラジオボタン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Standalone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src/components/radio/radio.stories.ts  |  id: components-ラジオボタン--standalone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ラジオボタン Standalon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ラジオボタン Standalon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89 / 132</a:t>
            </a:r>
            <a:endParaRPr lang="en-US" sz="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Multiple Items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src/components/resource-list/resource-list.stories.ts  |  id: components-リソースリスト--multiple-items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リソースリスト Multiple Item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リソースリスト Multiple Item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 / 132</a:t>
            </a:r>
            <a:endParaRPr lang="en-US" sz="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(Plain)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src/components/resource-list/resource-list.stories.ts  |  id: components-リソースリスト--playground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リソースリスト Playground (Plain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リソースリスト Playground (Plain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91 / 132</a:t>
            </a:r>
            <a:endParaRPr lang="en-US" sz="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リソースリスト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(with Control)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src/components/resource-list/resource-list.stories.ts  |  id: components-リソースリスト--with-control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リソースリスト Playground (with Control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リソースリスト Playground (with Control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92 / 132</a:t>
            </a:r>
            <a:endParaRPr lang="en-US" sz="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src/components/search-box/search-box.stories.ts  |  id: components-検索ボックス--playground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検索ボックス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検索ボックス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93 / 132</a:t>
            </a:r>
            <a:endParaRPr lang="en-US" sz="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src/components/search-box/search-box.stories.ts  |  id: components-検索ボックス--with-detail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検索ボックス With Detai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検索ボックス With Detai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94 / 132</a:t>
            </a:r>
            <a:endParaRPr lang="en-US" sz="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セレクトボックス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src/components/select/select.stories.ts  |  id: components-セレクトボックス--playground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セレクトボックス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セレクトボックス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95 / 132</a:t>
            </a:r>
            <a:endParaRPr lang="en-US" sz="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セレクトボックス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Form Control Label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src/components/select/select.stories.ts  |  id: components-セレクトボックス--with-form-control-label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セレクトボックス With Form Control Labe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セレクトボックス With Form Control Labe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96 / 132</a:t>
            </a:r>
            <a:endParaRPr lang="en-US" sz="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(Full)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src/components/step-navigation/step-navigation.stories.ts  |  id: components-ステップナビゲーション--playground-full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ステップナビゲーション Playground (Full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ステップナビゲーション Playground (Full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97 / 132</a:t>
            </a:r>
            <a:endParaRPr lang="en-US" sz="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ステップナビゲーション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(Single)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src/components/step-navigation/step-navigation.stories.ts  |  id: components-ステップナビゲーション--playground-single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ステップナビゲーション Playground (Single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ステップナビゲーション Playground (Single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98 / 132</a:t>
            </a:r>
            <a:endParaRPr lang="en-US" sz="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スイッチ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(Mode)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src/components/switch/switch.stories.ts  |  id: components-スイッチ--playground-mode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スイッチ Playground (Mode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スイッチ Playground (Mode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99 / 132</a:t>
            </a:r>
            <a:endParaRPr lang="en-US" sz="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スイッチ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(On/Off)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src/components/switch/switch.stories.ts  |  id: components-スイッチ--playground-on-off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スイッチ Playground (On/Off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スイッチ Playground (On/Off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 / 132</a:t>
            </a:r>
            <a:endParaRPr lang="en-US" sz="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スイッチ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Form Control Label (Mode)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src/components/switch/switch.stories.ts  |  id: components-スイッチ--with-form-control-label-mode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スイッチ With Form Control Label (Mode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スイッチ With Form Control Label (Mode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101 / 132</a:t>
            </a:r>
            <a:endParaRPr lang="en-US" sz="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スイッチ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Form Control Label (On/Off)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src/components/switch/switch.stories.ts  |  id: components-スイッチ--with-form-control-label-on-off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スイッチ With Form Control Label (On/Off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スイッチ With Form Control Label (On/Off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102 / 132</a:t>
            </a:r>
            <a:endParaRPr lang="en-US" sz="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商品紹介ページの例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src/components/tab/tab.stories.ts  |  id: components-タブ--example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タブ 商品紹介ページの例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タブ 商品紹介ページの例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103 / 132</a:t>
            </a:r>
            <a:endParaRPr lang="en-US" sz="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(Tab key navigation)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src/components/tab/tab.stories.ts  |  id: components-タブ--playground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タブ Playground (Tab key navigation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タブ Playground (Tab key navigation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104 / 132</a:t>
            </a:r>
            <a:endParaRPr lang="en-US" sz="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(Arrow key navigation)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src/components/tab/tab.stories.ts  |  id: components-タブ--playground-aria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タブ Playground (Arrow key navigation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タブ Playground (Arrow key navigation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105 / 132</a:t>
            </a:r>
            <a:endParaRPr lang="en-US" sz="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 (Classic link list)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src/components/tab/tab.stories.ts  |  id: components-タブ--playground-static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タブ Playground (Classic link list)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タブ Playground (Classic link list)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106 / 132</a:t>
            </a:r>
            <a:endParaRPr lang="en-US" sz="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Border On Row And Column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components-テーブル／データテーブル--border-on-row-and-column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Border On Row And Colum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Border On Row And Colum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107 / 132</a:t>
            </a:r>
            <a:endParaRPr lang="en-US" sz="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Condensed 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components-テーブル／データテーブル--condensed-table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Condensed Tabl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Condensed Tabl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108 / 132</a:t>
            </a:r>
            <a:endParaRPr lang="en-US" sz="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First Column As Header Cell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components-テーブル／データテーブル--first-column-as-header-cell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First Column As Header Cel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First Column As Header Cel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109 / 132</a:t>
            </a:r>
            <a:endParaRPr lang="en-US" sz="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First Row And Column As Header Cell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components-テーブル／データテーブル--first-row-and-column-as-header-cell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First Row And Column As Header Cel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First Row And Column As Header Cel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110 / 132</a:t>
            </a:r>
            <a:endParaRPr lang="en-US" sz="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First Row As Header Cell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components-テーブル／データテーブル--first-row-as-header-cell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First Row As Header Cel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First Row As Header Cel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111 / 132</a:t>
            </a:r>
            <a:endParaRPr lang="en-US" sz="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Highlight Hovered Row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components-テーブル／データテーブル--highlight-hovered-row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Highlight Hovered Row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Highlight Hovered Row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112 / 132</a:t>
            </a:r>
            <a:endParaRPr lang="en-US" sz="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Indented Rows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components-テーブル／データテーブル--indented-rows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Indented Row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Indented Row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113 / 132</a:t>
            </a:r>
            <a:endParaRPr lang="en-US" sz="8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Linked Text In Cell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components-テーブル／データテーブル--linked-text-in-cell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Linked Text In Cel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Linked Text In Cel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114 / 132</a:t>
            </a:r>
            <a:endParaRPr lang="en-US" sz="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Overflow On Mobile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components-テーブル／データテーブル--overflow-on-mobile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Overflow On Mobil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Overflow On Mobil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115 / 132</a:t>
            </a:r>
            <a:endParaRPr lang="en-US" sz="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components-テーブル／データテーブル--plain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Plai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Plai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116 / 132</a:t>
            </a:r>
            <a:endParaRPr lang="en-US" sz="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117 / 132</a:t>
            </a:r>
            <a:endParaRPr lang="en-US" sz="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Selectable 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components-テーブル／データテーブル--selectable-table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Selectable Tabl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Selectable Tabl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118 / 132</a:t>
            </a:r>
            <a:endParaRPr lang="en-US" sz="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Sortable Header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components-テーブル／データテーブル--sortable-header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Sortable Header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Sortable Header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119 / 132</a:t>
            </a:r>
            <a:endParaRPr lang="en-US" sz="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Sortable Header Dense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components-テーブル／データテーブル--sortable-header-dense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Sortable Header Dens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Sortable Header Dens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120 / 132</a:t>
            </a:r>
            <a:endParaRPr lang="en-US" sz="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Stripe 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components-テーブル／データテーブル--stripe-table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Stripe Table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Stripe Table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121 / 132</a:t>
            </a:r>
            <a:endParaRPr lang="en-US" sz="8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 Header With Colspan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components-テーブル／データテーブル--table-header-with-colspan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Table Header With Colspa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Table Header With Colspa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122 / 132</a:t>
            </a:r>
            <a:endParaRPr lang="en-US" sz="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 Header With Rowspan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components-テーブル／データテーブル--table-header-with-rowspan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Table Header With Rowspa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Table Header With Rowspa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123 / 132</a:t>
            </a:r>
            <a:endParaRPr lang="en-US" sz="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テーブル／データテーブル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Caption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src/components/table/table.stories.ts  |  id: components-テーブル／データテーブル--with-caption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ーブル／データテーブル With Caption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ーブル／データテーブル With Caption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124 / 132</a:t>
            </a:r>
            <a:endParaRPr lang="en-US" sz="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テキストエリア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src/components/textarea/textarea.stories.ts  |  id: components-テキストエリア--playground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キストエリア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キストエリア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125 / 132</a:t>
            </a:r>
            <a:endParaRPr lang="en-US" sz="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テキストエリア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Readonly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src/components/textarea/textarea.stories.ts  |  id: components-テキストエリア--readonly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キストエリア Readonly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キストエリア Readonly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126 / 132</a:t>
            </a:r>
            <a:endParaRPr lang="en-US" sz="8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テキストエリア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Counter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src/components/textarea/textarea.stories.ts  |  id: components-テキストエリア--with-counter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キストエリア With Counter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キストエリア With Counter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127 / 132</a:t>
            </a:r>
            <a:endParaRPr lang="en-US" sz="8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テキストエリア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With Form Control Label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src/components/textarea/textarea.stories.ts  |  id: components-テキストエリア--with-form-control-label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テキストエリア With Form Control Label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テキストエリア With Form Control Label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128 / 132</a:t>
            </a:r>
            <a:endParaRPr lang="en-US" sz="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Nested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src/components/toc/toc.stories.ts  |  id: components-目次--nested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目次 Neste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目次 Neste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129 / 132</a:t>
            </a:r>
            <a:endParaRPr lang="en-US" sz="8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src/components/toc/toc.stories.ts  |  id: components-目次--playground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目次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目次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130 / 132</a:t>
            </a:r>
            <a:endParaRPr lang="en-US" sz="8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ユーティリティーリンク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Multiple Links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src/components/utility-link/utility-link.stories.ts  |  id: components-ユーティリティーリンク--multiple-links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ユーティリティーリンク Multiple Links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ユーティリティーリンク Multiple Links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131 / 132</a:t>
            </a:r>
            <a:endParaRPr lang="en-US" sz="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/ STORYBOOK VISUAL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ユーティリティーリンク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0" y="768096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src/components/utility-link/utility-link.stories.ts  |  id: components-ユーティリティーリンク--playground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699248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48" y="1554480"/>
            <a:ext cx="3346704" cy="4599432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DESKTOP / 1440px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13648" y="17647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MOBILE / 390px</a:t>
            </a:r>
            <a:endParaRPr lang="en-US" sz="750" dirty="0"/>
          </a:p>
        </p:txBody>
      </p:sp>
      <p:pic>
        <p:nvPicPr>
          <p:cNvPr id="10" name="Image 0" descr="ユーティリティーリンク Playground desktop rend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179" y="2029968"/>
            <a:ext cx="6203290" cy="3877056"/>
          </a:xfrm>
          <a:prstGeom prst="rect">
            <a:avLst/>
          </a:prstGeom>
        </p:spPr>
      </p:pic>
      <p:pic>
        <p:nvPicPr>
          <p:cNvPr id="11" name="Image 1" descr="ユーティリティーリンク Playground mobile rend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491" y="2029968"/>
            <a:ext cx="1791531" cy="38770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967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COMPLETE VISUAL CATALOG  |  STORYBOOK RENDER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652760" y="650138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132 / 132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</vt:vector>
  </TitlesOfParts>
  <Company>Digital Agency Design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DADS Complete Visual Catalog</dc:title>
  <dc:subject>Complete visual component catalog rendered from Storybook</dc:subject>
  <dc:creator>Digital Agency Design System</dc:creator>
  <cp:lastModifiedBy>Digital Agency Design System</cp:lastModifiedBy>
  <cp:revision>1</cp:revision>
  <dcterms:created xsi:type="dcterms:W3CDTF">2026-09-27T05:04:24Z</dcterms:created>
  <dcterms:modified xsi:type="dcterms:W3CDTF">2026-09-27T05:04:24Z</dcterms:modified>
</cp:coreProperties>
</file>