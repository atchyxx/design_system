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118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0"/>
            <a:ext cx="4325112" cy="6858000"/>
          </a:xfrm>
          <a:prstGeom prst="rect">
            <a:avLst/>
          </a:prstGeom>
          <a:solidFill>
            <a:srgbClr val="0031D8"/>
          </a:solidFill>
          <a:ln w="12700">
            <a:solidFill>
              <a:srgbClr val="0031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357616" y="950976"/>
            <a:ext cx="2944368" cy="45902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705088" y="150876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00118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DADS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8641080" y="233172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PRESENTATION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TEMPLATE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8851392" y="3685032"/>
            <a:ext cx="1938528" cy="393192"/>
          </a:xfrm>
          <a:prstGeom prst="rect">
            <a:avLst/>
          </a:prstGeom>
          <a:solidFill>
            <a:srgbClr val="0031D8"/>
          </a:solidFill>
          <a:ln w="12700">
            <a:solidFill>
              <a:srgbClr val="0031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851392" y="3813048"/>
            <a:ext cx="193852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EDITABLE MASTER</a:t>
            </a:r>
            <a:endParaRPr lang="en-US" sz="720" dirty="0"/>
          </a:p>
        </p:txBody>
      </p:sp>
      <p:sp>
        <p:nvSpPr>
          <p:cNvPr id="8" name="Text 6"/>
          <p:cNvSpPr/>
          <p:nvPr/>
        </p:nvSpPr>
        <p:spPr>
          <a:xfrm>
            <a:off x="594360" y="1847088"/>
            <a:ext cx="6446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5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資料タイトルを入力</a:t>
            </a:r>
            <a:endParaRPr lang="en-US" sz="3500" dirty="0"/>
          </a:p>
        </p:txBody>
      </p:sp>
      <p:sp>
        <p:nvSpPr>
          <p:cNvPr id="9" name="Text 7"/>
          <p:cNvSpPr/>
          <p:nvPr/>
        </p:nvSpPr>
        <p:spPr>
          <a:xfrm>
            <a:off x="621792" y="2880360"/>
            <a:ext cx="6126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E8F1FE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サブタイトルまたは資料の要約を入力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21792" y="5696712"/>
            <a:ext cx="4297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E8F1FE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作成者  |  YYYY-MM-DD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31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1261872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130" kern="0" dirty="0">
                <a:solidFill>
                  <a:srgbClr val="E8F1FE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SECTION 01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94360" y="192024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セクションタイトル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21792" y="2862072"/>
            <a:ext cx="6035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E8F1FE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このセクションで伝える要点を一文で入力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8430768" y="1536192"/>
            <a:ext cx="265176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30768" y="2340864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118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01</a:t>
            </a:r>
            <a:endParaRPr lang="en-US" sz="3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1556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KEY MESSAGE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1064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スライドタイトルを入力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57200" y="1207008"/>
            <a:ext cx="110642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結論または補足を短く入力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457200" y="1828800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0118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説明テキスト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304288"/>
            <a:ext cx="48006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主張を支える本文を入力します。重要な文章は短くし、読み手が一目で理解できる構造にします。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053328" y="1691640"/>
            <a:ext cx="5678424" cy="4343400"/>
          </a:xfrm>
          <a:prstGeom prst="rect">
            <a:avLst/>
          </a:prstGeom>
          <a:solidFill>
            <a:srgbClr val="F2F2F2"/>
          </a:solidFill>
          <a:ln w="10160">
            <a:solidFill>
              <a:srgbClr val="CCCC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345936" y="3547872"/>
            <a:ext cx="5074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図表・画面キャプチャ・コンポーネント見本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6419088"/>
            <a:ext cx="11274552" cy="0"/>
          </a:xfrm>
          <a:prstGeom prst="line">
            <a:avLst/>
          </a:prstGeom>
          <a:noFill/>
          <a:ln w="7620">
            <a:solidFill>
              <a:srgbClr val="CCCC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6519672"/>
            <a:ext cx="47548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DADS TEMPLATE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10424160" y="6510528"/>
            <a:ext cx="130759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スライド番号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1556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OPTIONS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1064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3つの要点を比較する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57200" y="1207008"/>
            <a:ext cx="110642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カードごとに同じ粒度のメッセージを置く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3520440" cy="3611880"/>
          </a:xfrm>
          <a:prstGeom prst="rect">
            <a:avLst/>
          </a:prstGeom>
          <a:solidFill>
            <a:srgbClr val="F2F2F2"/>
          </a:solidFill>
          <a:ln w="10160">
            <a:solidFill>
              <a:srgbClr val="CCCC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2066544"/>
            <a:ext cx="3063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要点 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85800" y="2514600"/>
            <a:ext cx="306324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説明を入力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根拠・対象・期待する効果を簡潔に記載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334256" y="1828800"/>
            <a:ext cx="3520440" cy="3611880"/>
          </a:xfrm>
          <a:prstGeom prst="rect">
            <a:avLst/>
          </a:prstGeom>
          <a:solidFill>
            <a:srgbClr val="F2F2F2"/>
          </a:solidFill>
          <a:ln w="10160">
            <a:solidFill>
              <a:srgbClr val="CCCCC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62856" y="2066544"/>
            <a:ext cx="3063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要点 02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62856" y="2514600"/>
            <a:ext cx="306324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説明を入力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根拠・対象・期待する効果を簡潔に記載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8211312" y="1828800"/>
            <a:ext cx="3520440" cy="3611880"/>
          </a:xfrm>
          <a:prstGeom prst="rect">
            <a:avLst/>
          </a:prstGeom>
          <a:solidFill>
            <a:srgbClr val="F2F2F2"/>
          </a:solidFill>
          <a:ln w="10160">
            <a:solidFill>
              <a:srgbClr val="CCCCC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439912" y="2066544"/>
            <a:ext cx="3063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要点 03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439912" y="2514600"/>
            <a:ext cx="306324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説明を入力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根拠・対象・期待する効果を簡潔に記載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57200" y="6419088"/>
            <a:ext cx="11274552" cy="0"/>
          </a:xfrm>
          <a:prstGeom prst="line">
            <a:avLst/>
          </a:prstGeom>
          <a:noFill/>
          <a:ln w="7620">
            <a:solidFill>
              <a:srgbClr val="CCCCC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6519672"/>
            <a:ext cx="47548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DADS TEMPLATE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10424160" y="6510528"/>
            <a:ext cx="130759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スライド番号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1556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PROCESS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1064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進め方・利用フローを示す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57200" y="1207008"/>
            <a:ext cx="110642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手順を最大4段階に整理する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914400" cy="914400"/>
          </a:xfrm>
          <a:prstGeom prst="rect">
            <a:avLst/>
          </a:prstGeom>
          <a:solidFill>
            <a:srgbClr val="0031D8"/>
          </a:solidFill>
          <a:ln w="12700">
            <a:solidFill>
              <a:srgbClr val="0031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3017520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810512" y="2862072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開始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810512" y="3291840"/>
            <a:ext cx="1325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説明を入力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154680" y="3200400"/>
            <a:ext cx="566928" cy="0"/>
          </a:xfrm>
          <a:prstGeom prst="line">
            <a:avLst/>
          </a:prstGeom>
          <a:noFill/>
          <a:ln w="15240">
            <a:solidFill>
              <a:srgbClr val="666666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3493008" y="2743200"/>
            <a:ext cx="914400" cy="914400"/>
          </a:xfrm>
          <a:prstGeom prst="rect">
            <a:avLst/>
          </a:prstGeom>
          <a:solidFill>
            <a:srgbClr val="0031D8"/>
          </a:solidFill>
          <a:ln w="12700">
            <a:solidFill>
              <a:srgbClr val="0031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93008" y="3017520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663440" y="2862072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確認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663440" y="3291840"/>
            <a:ext cx="1325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説明を入力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007608" y="3200400"/>
            <a:ext cx="566928" cy="0"/>
          </a:xfrm>
          <a:prstGeom prst="line">
            <a:avLst/>
          </a:prstGeom>
          <a:noFill/>
          <a:ln w="15240">
            <a:solidFill>
              <a:srgbClr val="666666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6345936" y="2743200"/>
            <a:ext cx="914400" cy="914400"/>
          </a:xfrm>
          <a:prstGeom prst="rect">
            <a:avLst/>
          </a:prstGeom>
          <a:solidFill>
            <a:srgbClr val="0031D8"/>
          </a:solidFill>
          <a:ln w="12700">
            <a:solidFill>
              <a:srgbClr val="0031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45936" y="3017520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516368" y="2862072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実行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516368" y="3291840"/>
            <a:ext cx="1325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説明を入力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8860536" y="3200400"/>
            <a:ext cx="566928" cy="0"/>
          </a:xfrm>
          <a:prstGeom prst="line">
            <a:avLst/>
          </a:prstGeom>
          <a:noFill/>
          <a:ln w="15240">
            <a:solidFill>
              <a:srgbClr val="666666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9198864" y="2743200"/>
            <a:ext cx="914400" cy="914400"/>
          </a:xfrm>
          <a:prstGeom prst="rect">
            <a:avLst/>
          </a:prstGeom>
          <a:solidFill>
            <a:srgbClr val="0031D8"/>
          </a:solidFill>
          <a:ln w="12700">
            <a:solidFill>
              <a:srgbClr val="0031D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98864" y="3017520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369296" y="2862072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完了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0369296" y="3291840"/>
            <a:ext cx="1325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説明を入力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57200" y="6419088"/>
            <a:ext cx="11274552" cy="0"/>
          </a:xfrm>
          <a:prstGeom prst="line">
            <a:avLst/>
          </a:prstGeom>
          <a:noFill/>
          <a:ln w="7620">
            <a:solidFill>
              <a:srgbClr val="CCCCC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6519672"/>
            <a:ext cx="47548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DADS TEMPLATE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10424160" y="6510528"/>
            <a:ext cx="130759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スライド番号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118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1298448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130" kern="0" dirty="0">
                <a:solidFill>
                  <a:srgbClr val="E8F1FE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NEXT ACTION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94360" y="1901952"/>
            <a:ext cx="6629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次のアクションを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入力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21792" y="3840480"/>
            <a:ext cx="5852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E8F1FE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責任者、期限、連絡先などを記載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8430768" y="1600200"/>
            <a:ext cx="2651760" cy="2651760"/>
          </a:xfrm>
          <a:prstGeom prst="rect">
            <a:avLst/>
          </a:prstGeom>
          <a:solidFill>
            <a:srgbClr val="FFD43D"/>
          </a:solidFill>
          <a:ln w="12700">
            <a:solidFill>
              <a:srgbClr val="FFD4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30768" y="2240280"/>
            <a:ext cx="2651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THANK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YOU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JP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JP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Digital Agency Design System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DADS PowerPoint Template</dc:title>
  <dc:subject>DADS editable PowerPoint template</dc:subject>
  <dc:creator>Digital Agency Design System</dc:creator>
  <cp:lastModifiedBy>Digital Agency Design System</cp:lastModifiedBy>
  <cp:revision>1</cp:revision>
  <dcterms:created xsi:type="dcterms:W3CDTF">2026-09-27T05:25:36Z</dcterms:created>
  <dcterms:modified xsi:type="dcterms:W3CDTF">2026-09-27T05:25:36Z</dcterms:modified>
</cp:coreProperties>
</file>